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CRL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Inteligente de Control Operativo y Analítica en Tiempo Real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794760"/>
            <a:ext cx="3200400" cy="36576"/>
          </a:xfrm>
          <a:prstGeom prst="rect">
            <a:avLst/>
          </a:prstGeom>
          <a:solidFill>
            <a:srgbClr val="AE91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E9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Regatas Lima — Fundado en 1875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0"/>
            <a:ext cx="1097280" cy="3657600"/>
          </a:xfrm>
          <a:prstGeom prst="roundRect">
            <a:avLst/>
          </a:prstGeom>
          <a:solidFill>
            <a:srgbClr val="1A1F35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005840"/>
            <a:ext cx="1097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Y DESAFÍO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la gestión operativa de mantenimiento mediante tres pilares fundamentales: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377440" cy="320040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Digitalización Total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Eliminación total de bitácoras físicas.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centralizado en un solo lugar de solicitudes correctivas (OTM), órdenes internas (OTI) y tareas preventivas de rutina.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Mayor trazabilidad operativa.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377440" cy="320040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en Tiempo Real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22860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Conexión instantánea de técnicos en campo a través de la base de datos Supabase.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Actualización analítica reactiva inmediata ante cualquier reporte de cierre o avance.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Transparencia de estados.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377440" cy="320040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de Gestión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22860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Métricas de eficiencia y plazos de atención controlados.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Registro CSAT de calificación y satisfacción de solicitantes.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Conversión de horas-hombre a días de trabajo real para planificación eficiente.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E IMPLEMENTACIÓN ACTUAL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749040" cy="347472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Ejecutivo e Interactivo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Lógica 100% reactiva integrada en la plataforma principal.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Gráficos jerárquicos de técnicos en árbol con ramas conectoras y emojis.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Drill-down interactivo detallado para analizar el backlog (pendiente/programado) o desglose de horas por especialidad.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Tablero digitalizador de observaciones en 'Por revisar' con buscador y filtros en tiempo real.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Colores persistentes por técnico para máxima recordación visual.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749040" cy="347472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Movilidad, SLA y Reportes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Portal del Técnico optimizado para móviles (Visualización de tareas, checklists de rutinas y firma de conformidad en pantalla).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Pestaña analítica de Eficiencia / SLA con cálculo de respuesta promedio e índice de cumplimiento en 2 días.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Generador de reportes PDF corporativos de 3 páginas listos para impresión.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Importación dinámica de archivos Excel históricos.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A FUTURO (ROADMAP)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camino hacia un mantenimiento predictivo y altamente automatizado: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0584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Corto Plazo (1-2 meses): Notificaciones y Logística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Alertas y asignaciones en tiempo real vía WhatsApp / Push a técnicos.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Integración de catálogo básico de suministros (repuestos) para el control de OTs en espera (RQ).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100584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Mediano Plazo (3-6 meses): Modo Offline y Portal Expandido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Modo sin conexión (Offline Sync) para el llenado de checklists en sótanos o zonas sin cobertura móvil.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Portal de usuario solicitante mejorado con seguimiento en vivo estilo delivery/mapa.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7680960" cy="1005840"/>
          </a:xfrm>
          <a:prstGeom prst="roundRect">
            <a:avLst/>
          </a:prstGeom>
          <a:solidFill>
            <a:srgbClr val="1A1F3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 Largo Plazo (6-12 meses): Mantenimiento Predictivo e Inteligente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Algoritmos de Inteligencia Artificial para predecir fallas recurrentes basadas en el historial del club.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Ruteo y balance dinámico automático de carga de trabajo basado en geolocalización de tareas.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3657600" cy="3474720"/>
          </a:xfrm>
          <a:prstGeom prst="roundRect">
            <a:avLst/>
          </a:prstGeom>
          <a:solidFill>
            <a:srgbClr val="1A1F35"/>
          </a:solidFill>
          <a:ln w="25400">
            <a:solidFill>
              <a:srgbClr val="AE91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E9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CLAVE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Digitalizado e Integrado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&lt;= 2d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Eficiencia de Atención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 4.5/5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Promedio de Satisfacción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GENERAL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3716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plataforma no representa simplemente un canal digital de registros, sino una verdadera central de inteligencia operativa diseñada a la medida de las necesidades reales de gestión del Club Regatas Lima.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E9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¡Muchas Gracias!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3840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elaborada por el equipo de desarrollo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2026-06-05T13:46:46Z</dcterms:created>
  <dcterms:modified xsi:type="dcterms:W3CDTF">2026-06-05T13:46:46Z</dcterms:modified>
</cp:coreProperties>
</file>